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Invoice desk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changed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</a:t>
            </a:r>
          </a:p>
          <a:p>
            <a:pPr lvl="1"/>
            <a:r>
              <a:t>APAC up 12%</a:t>
            </a:r>
          </a:p>
          <a:p>
            <a:pPr lvl="1"/>
            <a:r>
              <a:t>EMEA down 3%</a:t>
            </a:r>
          </a:p>
          <a:p>
            <a:pPr/>
            <a:r>
              <a:t>Costs flat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APAC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8128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Currency</a:t>
            </a:r>
          </a:p>
          <a:p>
            <a:r>
              <a:t>Supply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 two reps</a:t>
            </a:r>
          </a:p>
          <a:p>
            <a:r>
              <a:t>Review pricing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